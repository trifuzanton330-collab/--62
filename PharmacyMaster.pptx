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78" r:id="rId5"/>
    <p:sldId id="279" r:id="rId6"/>
    <p:sldId id="281" r:id="rId7"/>
    <p:sldId id="280" r:id="rId8"/>
    <p:sldId id="282" r:id="rId9"/>
    <p:sldId id="283" r:id="rId1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EF7BF-8677-4414-86E1-BB2AAF45A13B}" type="datetime1">
              <a:rPr lang="ru-RU" smtClean="0"/>
              <a:t>30.04.2026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A696-3C21-4250-AD61-03F1E1BF326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9855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8083-36D7-4636-A812-907FF9D7C267}" type="datetime1">
              <a:rPr lang="ru-RU" smtClean="0"/>
              <a:pPr/>
              <a:t>30.04.2026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6121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ru-RU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90E520-686D-4C71-8133-4EA692C955A9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3A72F9-4256-4359-B342-64C7E8DCC659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6FF0E-EB4C-439A-A443-070F1507FB7E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DD90D4-56AF-4E6B-B35D-872C35047082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Рисунок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AC35DE-DDDF-490A-8410-1A39B9D9ACED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7BDB06-5E9D-4BFC-B202-8D78BF6A8453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C874C4-3349-4618-A49A-57DEFB6F7BFB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A705E8-F76D-47F7-8C93-B438C95088DE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04A2CF-2624-43E6-98B0-2BA1BDD73BD5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246B87-8E16-4093-801D-C24D9D7EC119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68C2FC-11E6-47DA-8531-957371E4E221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2" name="Текст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 rtl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ABFD61-962E-4157-977B-58AAA58B15E2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1" name="Надпись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«</a:t>
            </a:r>
          </a:p>
        </p:txBody>
      </p:sp>
      <p:sp>
        <p:nvSpPr>
          <p:cNvPr id="13" name="Надпись 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с имен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FC0D30-2288-4C22-9F23-799DF7591430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Текст 3"/>
          <p:cNvSpPr>
            <a:spLocks noGrp="1"/>
          </p:cNvSpPr>
          <p:nvPr>
            <p:ph type="body" sz="half" idx="15" hasCustomPrompt="1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2" name="Текст 3"/>
          <p:cNvSpPr>
            <a:spLocks noGrp="1"/>
          </p:cNvSpPr>
          <p:nvPr>
            <p:ph type="body" sz="half" idx="17" hasCustomPrompt="1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6CE77A-153C-497F-9BB1-25A9DFFF5F3F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Рисунок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Рисунок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Заголовок 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0" name="Рисунок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1" name="Текст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2" name="Текст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3" name="Рисунок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4" name="Текст 3"/>
          <p:cNvSpPr>
            <a:spLocks noGrp="1"/>
          </p:cNvSpPr>
          <p:nvPr>
            <p:ph type="body" sz="half" idx="19" hasCustomPrompt="1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25" name="Текст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6" name="Рисунок 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7" name="Текст 3"/>
          <p:cNvSpPr>
            <a:spLocks noGrp="1"/>
          </p:cNvSpPr>
          <p:nvPr>
            <p:ph type="body" sz="half" idx="20" hasCustomPrompt="1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EEEF43-3400-4A9E-81BF-C7BEEADDFE41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798B96AE-99FB-476F-9A0D-2322D8B66A52}" type="datetime1">
              <a:rPr lang="ru-RU" noProof="0" smtClean="0"/>
              <a:t>30.04.2026</a:t>
            </a:fld>
            <a:endParaRPr lang="ru-RU" noProof="0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8950"/>
            <a:ext cx="12192001" cy="6857990"/>
          </a:xfrm>
          <a:prstGeom prst="rect">
            <a:avLst/>
          </a:prstGeom>
        </p:spPr>
      </p:pic>
      <p:sp useBgFill="1">
        <p:nvSpPr>
          <p:cNvPr id="103" name="Полилиния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a16="http://schemas.microsoft.com/office/drawing/2014/main" xmlns:p14="http://schemas.microsoft.com/office/powerpoint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4" y="1687432"/>
            <a:ext cx="3485073" cy="2420504"/>
          </a:xfrm>
        </p:spPr>
        <p:txBody>
          <a:bodyPr rtlCol="0">
            <a:normAutofit/>
          </a:bodyPr>
          <a:lstStyle/>
          <a:p>
            <a:pPr algn="l"/>
            <a:r>
              <a:rPr lang="en-US" sz="3200" dirty="0" err="1"/>
              <a:t>PharmacyMaster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rtlCol="0">
            <a:normAutofit/>
          </a:bodyPr>
          <a:lstStyle/>
          <a:p>
            <a:pPr algn="l" rtl="0"/>
            <a:r>
              <a:rPr lang="ru-RU" sz="2300" dirty="0" err="1"/>
              <a:t>ТГбот</a:t>
            </a:r>
            <a:r>
              <a:rPr lang="ru-RU" sz="2300" dirty="0"/>
              <a:t> для поиска аптек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Прямоугольник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23078" cy="970450"/>
          </a:xfrm>
        </p:spPr>
        <p:txBody>
          <a:bodyPr rtlCol="0" anchor="b">
            <a:normAutofit fontScale="90000"/>
          </a:bodyPr>
          <a:lstStyle/>
          <a:p>
            <a:pPr algn="l"/>
            <a:r>
              <a:rPr lang="ru-RU" sz="4000" dirty="0"/>
              <a:t>Зачем </a:t>
            </a:r>
            <a:r>
              <a:rPr lang="en-US" sz="4000" dirty="0" err="1"/>
              <a:t>PharmacyMaster</a:t>
            </a:r>
            <a:r>
              <a:rPr lang="ru-RU" sz="4000" dirty="0"/>
              <a:t> нужен и какие проблемы он решает?</a:t>
            </a:r>
          </a:p>
        </p:txBody>
      </p:sp>
      <p:sp>
        <p:nvSpPr>
          <p:cNvPr id="24" name="Объект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rtlCol="0" anchor="t">
            <a:normAutofit lnSpcReduction="10000"/>
          </a:bodyPr>
          <a:lstStyle/>
          <a:p>
            <a:pPr marL="36900" indent="0" rtl="0">
              <a:buNone/>
            </a:pPr>
            <a:endParaRPr lang="ru-RU" sz="2400" dirty="0"/>
          </a:p>
          <a:p>
            <a:pPr rtl="0"/>
            <a:r>
              <a:rPr lang="ru-RU" sz="2400" dirty="0"/>
              <a:t>У вас бывало что когда вы уезжаете в другую страну вы не могли найти аптеки с нужными </a:t>
            </a:r>
            <a:r>
              <a:rPr lang="ru-RU" sz="2400" dirty="0" err="1"/>
              <a:t>лекарствоми</a:t>
            </a:r>
            <a:r>
              <a:rPr lang="ru-RU" sz="2400" dirty="0"/>
              <a:t>?</a:t>
            </a:r>
          </a:p>
          <a:p>
            <a:pPr rtl="0"/>
            <a:r>
              <a:rPr lang="ru-RU" sz="2400" dirty="0"/>
              <a:t>Мой бот поможет вам с этим!</a:t>
            </a:r>
          </a:p>
          <a:p>
            <a:pPr rtl="0"/>
            <a:r>
              <a:rPr lang="ru-RU" sz="2400" dirty="0"/>
              <a:t>При помощи его вы можете найти аптеки и лекарство в них.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E0255-4941-1CC6-B06E-18C1F249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этим может пользоваться?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1A784-7227-DEDA-D73C-5571ADF89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Туристы или люди которые переехали в новый дом.</a:t>
            </a:r>
          </a:p>
          <a:p>
            <a:r>
              <a:rPr lang="ru-RU" dirty="0"/>
              <a:t>В этом боте можно найти аптеки, их ассортимент, противопоказание и отзывы.</a:t>
            </a:r>
          </a:p>
        </p:txBody>
      </p:sp>
    </p:spTree>
    <p:extLst>
      <p:ext uri="{BB962C8B-B14F-4D97-AF65-F5344CB8AC3E}">
        <p14:creationId xmlns:p14="http://schemas.microsoft.com/office/powerpoint/2010/main" val="299936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11BD-5420-2F81-1DA8-3B0AF121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Платная подписка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83EB68-51E0-CAF6-CCD5-69B11B295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Платная подписка будет стоить 149 руб. С этой подпиской вы сможете искать аптеки по их ассортименту, заказать их, посмотреть их противопоказания и их расстояния от себя.</a:t>
            </a:r>
          </a:p>
          <a:p>
            <a:r>
              <a:rPr lang="ru-RU" dirty="0"/>
              <a:t>В бета версии всё бесплатно, но в будущем я буду создавать новые функции.</a:t>
            </a:r>
          </a:p>
          <a:p>
            <a:pPr marL="36900" indent="0">
              <a:buNone/>
            </a:pP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179479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AD194-59BD-0886-B342-5D9F8B63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2C30A1-419F-0AF8-0964-133B94BE3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 неделя: изучения ТГ ботов и создания простого</a:t>
            </a:r>
            <a:r>
              <a:rPr lang="ru-RU" b="1" dirty="0">
                <a:effectLst/>
              </a:rPr>
              <a:t> </a:t>
            </a:r>
            <a:r>
              <a:rPr lang="ru-RU" dirty="0"/>
              <a:t>бота.</a:t>
            </a:r>
          </a:p>
          <a:p>
            <a:r>
              <a:rPr lang="ru-RU" dirty="0"/>
              <a:t>2 неделя: обучения пользоваться ИИ.</a:t>
            </a:r>
          </a:p>
          <a:p>
            <a:r>
              <a:rPr lang="ru-RU" dirty="0"/>
              <a:t>3 неделя: начало создания бота.</a:t>
            </a:r>
          </a:p>
          <a:p>
            <a:r>
              <a:rPr lang="ru-RU" dirty="0"/>
              <a:t>4 неделя: создание презентации и доработка бота</a:t>
            </a:r>
          </a:p>
          <a:p>
            <a:r>
              <a:rPr lang="ru-RU" dirty="0"/>
              <a:t>5 неделя: показ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199591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18B30D-799A-4753-B0A7-E0143381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4D577-0721-34DA-CDBF-0B07C97F6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0545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1_TF55705232.potx" id="{C98A10B3-D14C-4FE8-A340-4D708DD4B997}" vid="{AFA89DFD-EE24-4CEA-9681-B0785EAC41E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{65A8B00C-7842-453B-B0EB-1A86C44510D5}TFe742eee6-54b3-45e8-a03d-f3d997f9b6ca71db55d1_win32-922ad164d082</Template>
  <TotalTime>43</TotalTime>
  <Words>169</Words>
  <Application>Microsoft Office PowerPoint</Application>
  <PresentationFormat>Широкоэкранный</PresentationFormat>
  <Paragraphs>21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Calibri</vt:lpstr>
      <vt:lpstr>Times New Roman</vt:lpstr>
      <vt:lpstr>Wingdings 2</vt:lpstr>
      <vt:lpstr>СланецVTI</vt:lpstr>
      <vt:lpstr>PharmacyMaster</vt:lpstr>
      <vt:lpstr>Зачем PharmacyMaster нужен и какие проблемы он решает?</vt:lpstr>
      <vt:lpstr>Кто этим может пользоваться?</vt:lpstr>
      <vt:lpstr>Платная подписка</vt:lpstr>
      <vt:lpstr>План реализации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Unicum_Student</dc:creator>
  <cp:lastModifiedBy>Unicum_Student</cp:lastModifiedBy>
  <cp:revision>1</cp:revision>
  <dcterms:created xsi:type="dcterms:W3CDTF">2026-04-30T01:47:38Z</dcterms:created>
  <dcterms:modified xsi:type="dcterms:W3CDTF">2026-04-30T02:31:21Z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